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5852160" cy="2514600"/>
  <p:notesSz cx="2514600" cy="585216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표"/>
          <p:cNvSpPr/>
          <p:nvPr/>
        </p:nvSpPr>
        <p:spPr>
          <a:xfrm>
            <a:off x="45720" y="73152"/>
            <a:ext cx="18288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  <a:effectLst>
            <a:outerShdw sx="100000" sy="100000" kx="0" ky="0" algn="bl" rotWithShape="0" blurRad="12700" dist="19050" dir="2700000">
              <a:srgbClr val="7F7F7F">
                <a:alpha val="60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320040" y="182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</a:rPr>
              <a:t>현장 AI 정착 프로그램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228600" y="3840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</a:rPr>
              <a:t>•  그룹사 先제안 통해 현업 AI과제 참여, 성과 개선 컨설팅 지원</a:t>
            </a:r>
            <a:endParaRPr lang="en-US" sz="1200" dirty="0"/>
          </a:p>
        </p:txBody>
      </p:sp>
      <p:graphicFrame>
        <p:nvGraphicFramePr>
          <p:cNvPr id="2" name="현장 정착 프로그램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" y="731520"/>
          <a:ext cx="56692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1148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 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진행 사항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F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기회 탐색 교육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현업 실무자 대상 실습형 과제 도출로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F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적용 기회 발굴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AX Inno Camp 확대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현업 참여 기반 實데이터로 Agent 기획 및 구현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 체계 수립 지원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AX SPOT</a:t>
                      </a:r>
                      <a:pPr indent="0" marL="0">
                        <a:buNone/>
                      </a:pPr>
                      <a:r>
                        <a:rPr lang="en-US" sz="1100" b="1" baseline="3000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1)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진단 및 성과 중심의 실행 과제 도출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91440" y="2103120"/>
            <a:ext cx="5715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2626"/>
                </a:solidFill>
              </a:rPr>
              <a:t>※ 사례 : </a:t>
            </a:r>
            <a:pPr indent="0" marL="0">
              <a:buNone/>
            </a:pPr>
            <a:r>
              <a:rPr lang="en-US" sz="900" b="1" dirty="0">
                <a:solidFill>
                  <a:srgbClr val="1F3FA8"/>
                </a:solidFill>
              </a:rPr>
              <a:t>백화점 이커머스 부문 AI 과제 도출 교육 ('26.10) → 실무자가 직접 AI 적용 기회 탐색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91440" y="2304288"/>
            <a:ext cx="5715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</a:rPr>
              <a:t>1) AX SPOT(전략·프로세스·조직·기술) : AX 성과 관점의 과제별 현황 진단 및 개선 제언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 Consulting">
  <a:themeElements>
    <a:clrScheme name="AX Consulting">
      <a:dk1>
        <a:srgbClr val="1F2329"/>
      </a:dk1>
      <a:lt1>
        <a:srgbClr val="FFFFFF"/>
      </a:lt1>
      <a:dk2>
        <a:srgbClr val="404040"/>
      </a:dk2>
      <a:lt2>
        <a:srgbClr val="F2F2F2"/>
      </a:lt2>
      <a:accent1>
        <a:srgbClr val="1F3FA8"/>
      </a:accent1>
      <a:accent2>
        <a:srgbClr val="595959"/>
      </a:accent2>
      <a:accent3>
        <a:srgbClr val="A6A6A6"/>
      </a:accent3>
      <a:accent4>
        <a:srgbClr val="D9D9D9"/>
      </a:accent4>
      <a:accent5>
        <a:srgbClr val="7F7F7F"/>
      </a:accent5>
      <a:accent6>
        <a:srgbClr val="404040"/>
      </a:accent6>
      <a:hlink>
        <a:srgbClr val="1F3FA8"/>
      </a:hlink>
      <a:folHlink>
        <a:srgbClr val="595959"/>
      </a:folHlink>
    </a:clrScheme>
    <a:fontScheme name="AX Consulting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2026-10-29T05:16:13Z</dcterms:created>
  <dcterms:modified xsi:type="dcterms:W3CDTF">2026-10-29T05:16:13Z</dcterms:modified>
</cp:coreProperties>
</file>