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4b113b8b-a8f0-6516-490a-1652f7f515f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예시(조선 기자재→설계→건조→MRO) 구조를 AX 사업 가치사슬(AX 진단·과제 정의 → 업무 재설계·FDE 실행 → AI 구축·통합 → AI 운영·고도화)로 치환. 왼쪽 내재화 영역은 실행방안 장표 Enabler ①②③과 연결, 오른쪽 생애주기 영역은 Gate ③ 성과 실측·대외 '구축 후 AI 단계별 확장'과 연결. 성과 연동형 과금 등 매출 구조 전환은 내부 정책 확인 후 추가 검토.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AX컨설팅팀 사업모델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AX 역량은 </a:t>
            </a:r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선택적으로 내재화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하고, 구축 이후 </a:t>
            </a:r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운영·고도화의 생애주기 사업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확대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1457432" cy="463600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1700784"/>
            <a:ext cx="2560320" cy="402336"/>
          </a:xfrm>
          <a:prstGeom prst="homePlate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74520" y="17007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진단 · 과제 정의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15384" y="1700784"/>
            <a:ext cx="2560320" cy="402336"/>
          </a:xfrm>
          <a:prstGeom prst="chevron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98264" y="17007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재설계 · FDE 실행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39128" y="1700784"/>
            <a:ext cx="2560320" cy="402336"/>
          </a:xfrm>
          <a:prstGeom prst="chevron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22008" y="17007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구축 · 통합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262872" y="1700784"/>
            <a:ext cx="2560320" cy="402336"/>
          </a:xfrm>
          <a:prstGeom prst="chevron">
            <a:avLst/>
          </a:prstGeom>
          <a:solidFill>
            <a:srgbClr val="4A5674"/>
          </a:solidFill>
          <a:ln w="12700">
            <a:solidFill>
              <a:srgbClr val="4A567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45752" y="170078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운영 · 고도화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1298448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선택적 내재화 영역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1554480"/>
            <a:ext cx="4672584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1554480"/>
            <a:ext cx="0" cy="9144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1554480"/>
            <a:ext cx="0" cy="9144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22008" y="1298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사업 영역 (기존)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22008" y="1554480"/>
            <a:ext cx="210312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22008" y="1554480"/>
            <a:ext cx="0" cy="9144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5128" y="1554480"/>
            <a:ext cx="0" cy="9144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45752" y="12984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생애주기 사업화 영역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45752" y="1554480"/>
            <a:ext cx="224028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45752" y="1554480"/>
            <a:ext cx="0" cy="9144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86032" y="1554480"/>
            <a:ext cx="0" cy="9144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91640" y="2286000"/>
            <a:ext cx="4526280" cy="47548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91640" y="228600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AX 역량의 선택적 내재화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24928" y="2286000"/>
            <a:ext cx="4306824" cy="47548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24928" y="2286000"/>
            <a:ext cx="4306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운영 기반 생애주기 사업 확대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8529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선정기준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28529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사업모델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783080" y="28529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활용도 × 차별성 × 수익성 × 후속사업 연계성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516368" y="2852928"/>
            <a:ext cx="4215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 → 구축+AI 패키지 → </a:t>
            </a:r>
            <a:pPr indent="0" marL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운영·고도화(반복 매출)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691640" y="3273552"/>
            <a:ext cx="45262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424928" y="3273552"/>
            <a:ext cx="4306824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457200" y="336499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우선영역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(예시)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336499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확장영역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(예시)</a:t>
            </a:r>
            <a:endParaRPr lang="en-US" sz="1400" dirty="0"/>
          </a:p>
        </p:txBody>
      </p:sp>
      <p:sp>
        <p:nvSpPr>
          <p:cNvPr id="37" name="card-internalize"/>
          <p:cNvSpPr/>
          <p:nvPr/>
        </p:nvSpPr>
        <p:spPr>
          <a:xfrm>
            <a:off x="1691640" y="3364992"/>
            <a:ext cx="4526280" cy="2414016"/>
          </a:xfrm>
          <a:prstGeom prst="rect">
            <a:avLst/>
          </a:prstGeom>
          <a:solidFill>
            <a:srgbClr val="FFFFFF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874520" y="34564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과제를 정의하고 성과를 책임지는 역량을 우선 내재화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911096" y="3990442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57400" y="3867912"/>
            <a:ext cx="402336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AI과제 라이브러리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과제 · KPI 템플릿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911096" y="4299509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057400" y="4176979"/>
            <a:ext cx="402336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진단 방법론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Quick Scan · 밸류체인별 과제 발굴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911096" y="4608576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057400" y="4486046"/>
            <a:ext cx="402336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 체계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KPI·Baseline, Value Tracking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1911096" y="4917643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057400" y="4795114"/>
            <a:ext cx="402336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인력 · Pod 운영 모델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업무·AI 융합 인력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1911096" y="5226710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057400" y="5104181"/>
            <a:ext cx="402336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 AI 플랫폼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진단·설계 과정 도구화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1874520" y="5449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범용 LLM · AI 플랫폼은 직접 개발하지 않고 외부 활용</a:t>
            </a:r>
            <a:endParaRPr lang="en-US" sz="950" dirty="0"/>
          </a:p>
        </p:txBody>
      </p:sp>
      <p:sp>
        <p:nvSpPr>
          <p:cNvPr id="50" name="card-lifecycle"/>
          <p:cNvSpPr/>
          <p:nvPr/>
        </p:nvSpPr>
        <p:spPr>
          <a:xfrm>
            <a:off x="7424928" y="3364992"/>
            <a:ext cx="4306824" cy="2414016"/>
          </a:xfrm>
          <a:prstGeom prst="rect">
            <a:avLst/>
          </a:prstGeom>
          <a:solidFill>
            <a:srgbClr val="FFFFFF"/>
          </a:solidFill>
          <a:ln w="25400">
            <a:solidFill>
              <a:srgbClr val="2F559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07808" y="345643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이후 AI 운영·고도화까지 사업을 단계적으로 확대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7644384" y="3990442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790688" y="3867912"/>
            <a:ext cx="3803904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운영 관리 (AgentOps)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Agent·모델 모니터링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644384" y="4299509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90688" y="4176979"/>
            <a:ext cx="3803904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리포트 서비스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정기 KPI 실측 · 개선 과제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7644384" y="4608576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90688" y="4486046"/>
            <a:ext cx="3803904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고도화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프롬프트·모델 개선, 기능 확장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644384" y="4917643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90688" y="4795114"/>
            <a:ext cx="3803904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변화관리 · 교육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현업 AI 활용 정착 지원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644384" y="5226710"/>
            <a:ext cx="64008" cy="64008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790688" y="5104181"/>
            <a:ext cx="3803904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 패키지</a:t>
            </a:r>
            <a:pPr algn="l"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유사 업무 · 타 계열사 복제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7607808" y="544982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대내 그룹사 검증(Client Zero) → 대외 생애주기 사업화</a:t>
            </a:r>
            <a:endParaRPr lang="en-US" sz="950" dirty="0"/>
          </a:p>
        </p:txBody>
      </p:sp>
      <p:sp>
        <p:nvSpPr>
          <p:cNvPr id="63" name="message"/>
          <p:cNvSpPr/>
          <p:nvPr/>
        </p:nvSpPr>
        <p:spPr>
          <a:xfrm>
            <a:off x="365760" y="5980176"/>
            <a:ext cx="11457432" cy="694944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598017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정의·성과관리·FDE 역량은 </a:t>
            </a:r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선택적으로 내재화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하고, 구축 이후 AI 운영·고도화의 </a:t>
            </a:r>
            <a:pPr algn="ctr" indent="0" marL="0">
              <a:buNone/>
            </a:pPr>
            <a:r>
              <a:rPr lang="en-US" sz="15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생애주기 서비스로 단계적 확장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해야 함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C00000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AX컨설팅팀 사업모델</dc:title>
  <dc:subject>PptxGenJS Presentation</dc:subject>
  <dc:creator>PptxGenJS</dc:creator>
  <cp:lastModifiedBy>PptxGenJS</cp:lastModifiedBy>
  <cp:revision>1</cp:revision>
  <dcterms:created xsi:type="dcterms:W3CDTF">2026-10-20T05:34:23Z</dcterms:created>
  <dcterms:modified xsi:type="dcterms:W3CDTF">2026-10-20T05:34:23Z</dcterms:modified>
</cp:coreProperties>
</file>