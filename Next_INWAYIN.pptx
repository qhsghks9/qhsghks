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e636b9b9-0487-bfb4-5ca9-5cf20787517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수정: 거버넌스 '컨트롤 타워 부재' → '실행·확산 전담 조직(R&amp;R) 부재'(FDE 실행조직 근거), 'ROI 평가기준 없음' → 'ROI·성과 검증 기준 부재'(성과 책임 근거), Infra 'Silo'(DATA 파편화와 중복) → '외부 AI 기술·파트너 연계 창구 부재'(Open Door 근거). 지원 관계: 업무 재설계①은 AX 지원, ROI 기준은 Biz 지원, 데이터 관리 주체는 Biz 지원, 외부 AI 연계는 ERP 지원.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31520"/>
            <a:ext cx="11457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실행(AX)·업무(Biz)·기반(ERP) 3대 방향으로 롯데그룹 AX 한계를 해소하며, </a:t>
            </a:r>
            <a:pPr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AX컨설팅팀은 대내 FDE 실행·확산과 대외 Open Door의 허브 역할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수행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536192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롯데그룹의 AX 전환 현황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5897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69480" y="1536192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INWAYIN 3대 개선 방향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69480" y="1901952"/>
            <a:ext cx="45537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am-ax"/>
          <p:cNvSpPr/>
          <p:nvPr/>
        </p:nvSpPr>
        <p:spPr>
          <a:xfrm>
            <a:off x="7269480" y="2029968"/>
            <a:ext cx="4553712" cy="1828800"/>
          </a:xfrm>
          <a:prstGeom prst="rect">
            <a:avLst/>
          </a:prstGeom>
          <a:solidFill>
            <a:srgbClr val="E8ECF4"/>
          </a:solidFill>
          <a:ln w="22225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0" y="2139696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AX컨설팅팀</a:t>
            </a:r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FDE 기반 AX 실행·확산 허브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34072" y="2706624"/>
            <a:ext cx="566928" cy="310896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34072" y="270662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대내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596896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실행조직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현장 과제 수행 → 성과 검증·자산화로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확산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34072" y="3310128"/>
            <a:ext cx="566928" cy="310896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34072" y="331012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200400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Door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글로벌 AI 기술·파트너 연계,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적용 가속화</a:t>
            </a:r>
            <a:endParaRPr lang="en-US" sz="1200" dirty="0"/>
          </a:p>
        </p:txBody>
      </p:sp>
      <p:sp>
        <p:nvSpPr>
          <p:cNvPr id="16" name="team-biz"/>
          <p:cNvSpPr/>
          <p:nvPr/>
        </p:nvSpPr>
        <p:spPr>
          <a:xfrm>
            <a:off x="7269480" y="4087368"/>
            <a:ext cx="4553712" cy="1024128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4087368"/>
            <a:ext cx="42793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Biz 컨설팅팀 – 도메인 지식 기반 AX Enabler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전문가 주도의 업무 재설계,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업무영역별 전문성 활용 그룹사 혁신 Agenda 지원</a:t>
            </a:r>
            <a:endParaRPr lang="en-US" sz="1400" dirty="0"/>
          </a:p>
        </p:txBody>
      </p:sp>
      <p:sp>
        <p:nvSpPr>
          <p:cNvPr id="18" name="cond-1"/>
          <p:cNvSpPr/>
          <p:nvPr/>
        </p:nvSpPr>
        <p:spPr>
          <a:xfrm>
            <a:off x="365760" y="2029968"/>
            <a:ext cx="1143000" cy="969264"/>
          </a:xfrm>
          <a:prstGeom prst="homePlate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202996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재설계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600200" y="2029968"/>
            <a:ext cx="45537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73352" y="2029968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부분적 AI 접목으로 전사 차원 AI 연계 단절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2212848"/>
            <a:ext cx="91440" cy="9144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2542032"/>
            <a:ext cx="45537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73352" y="2542032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없이 단순 적용 중심으로 효과성 저하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81344" y="2724912"/>
            <a:ext cx="91440" cy="9144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6" name="cond-2"/>
          <p:cNvSpPr/>
          <p:nvPr/>
        </p:nvSpPr>
        <p:spPr>
          <a:xfrm>
            <a:off x="365760" y="3127248"/>
            <a:ext cx="1143000" cy="969264"/>
          </a:xfrm>
          <a:prstGeom prst="homePlate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" y="312724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600200" y="3127248"/>
            <a:ext cx="4553712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73352" y="3127248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과제의 ROI·성과 검증 기준 부재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81344" y="3310128"/>
            <a:ext cx="91440" cy="9144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3639312"/>
            <a:ext cx="4553712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73352" y="3639312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AX를 현장에서 실행·확산할 전담 조직(R&amp;R) 부재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3822192"/>
            <a:ext cx="91440" cy="9144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4" name="cond-3"/>
          <p:cNvSpPr/>
          <p:nvPr/>
        </p:nvSpPr>
        <p:spPr>
          <a:xfrm>
            <a:off x="365760" y="4224528"/>
            <a:ext cx="1143000" cy="969264"/>
          </a:xfrm>
          <a:prstGeom prst="homePlate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5760" y="422452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600200" y="4224528"/>
            <a:ext cx="45537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73352" y="4224528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시스템별 데이터 파편화로 통합 분석 불가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81344" y="4407408"/>
            <a:ext cx="91440" cy="9144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00200" y="4736592"/>
            <a:ext cx="45537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73352" y="4736592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 주체 불분명으로 누락·중복·오류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81344" y="4919472"/>
            <a:ext cx="91440" cy="9144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2" name="cond-4"/>
          <p:cNvSpPr/>
          <p:nvPr/>
        </p:nvSpPr>
        <p:spPr>
          <a:xfrm>
            <a:off x="365760" y="5321808"/>
            <a:ext cx="1143000" cy="969264"/>
          </a:xfrm>
          <a:prstGeom prst="homePlate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5760" y="532180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Infra.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600200" y="5321808"/>
            <a:ext cx="455371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673352" y="5321808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온프레미스, 구 버전 시스템으로 AI 기술 도입 제약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81344" y="5504688"/>
            <a:ext cx="91440" cy="9144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00200" y="5833872"/>
            <a:ext cx="4553712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73352" y="5833872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AI 기술·파트너 연계 창구 부재로 신기술 적용 지연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81344" y="6016752"/>
            <a:ext cx="91440" cy="9144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0" name="team-erp"/>
          <p:cNvSpPr/>
          <p:nvPr/>
        </p:nvSpPr>
        <p:spPr>
          <a:xfrm>
            <a:off x="7269480" y="5266944"/>
            <a:ext cx="4553712" cy="1024128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06640" y="5266944"/>
            <a:ext cx="42793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컨설팅팀 – SAP PCE 통합 인프라 기반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Clean Core 원칙 下 ERP 시스템 및 데이터 표준화,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정확도와 혁신/확산 속도 가속화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272784" y="2258568"/>
            <a:ext cx="960120" cy="234086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272784" y="2770632"/>
            <a:ext cx="960120" cy="18288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6272784" y="2944368"/>
            <a:ext cx="960120" cy="41148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6272784" y="2944368"/>
            <a:ext cx="960120" cy="923544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272784" y="4453128"/>
            <a:ext cx="960120" cy="132588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272784" y="4965192"/>
            <a:ext cx="960120" cy="813816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272784" y="5550408"/>
            <a:ext cx="960120" cy="2286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V="1">
            <a:off x="6272784" y="2944368"/>
            <a:ext cx="960120" cy="3118104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C00000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INWAYIN</dc:title>
  <dc:subject>PptxGenJS Presentation</dc:subject>
  <dc:creator>PptxGenJS</dc:creator>
  <cp:lastModifiedBy>PptxGenJS</cp:lastModifiedBy>
  <cp:revision>1</cp:revision>
  <dcterms:created xsi:type="dcterms:W3CDTF">2026-10-19T07:51:57Z</dcterms:created>
  <dcterms:modified xsi:type="dcterms:W3CDTF">2026-10-19T07:51:57Z</dcterms:modified>
</cp:coreProperties>
</file>