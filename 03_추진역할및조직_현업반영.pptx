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[현업 역할] 꼭 필요한 활동에만 표기
P1 의견 청취 - Pain Point 제공: 현업 인터뷰를 통해 실제 문제를 제기
P2 As-Is 분석 - 업무 흐름 설명: 실제 업무 흐름과 예외 사례를 설명
P3 기술 타당성 검증 - 업무 데이터 제공: 검증용 데이터·샘플 제공
P3 과제 확정 - 과제 Owner 지정: 과제별 현업 책임자 지정
P4 사용자 테스트 - 사용자 테스트 수행: 직접 테스트하고 개선 요구사항 제기
P5 KPI 확정 - KPI 목표 합의: 성과 목표를 현업과 합의
P5 운영 이관 - 운영 인수·정착: 운영 인수 및 현장 활용 정착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추진 역할 및 조직 (案)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51560"/>
            <a:ext cx="11365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그룹사 Agent 적용방안 기반에 AX컨설팅팀, AI혁신센터, IS팀, 현업 등 역할을 나누어 실행력 확보가 필요함</a:t>
            </a:r>
            <a:endParaRPr lang="en-US" sz="16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59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507992"/>
                <a:gridCol w="1234440"/>
                <a:gridCol w="1234440"/>
                <a:gridCol w="123444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활동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AX컨설팅팀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AI혁신센터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IS팀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</a:tr>
              <a:tr h="30175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D9D9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발굴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유관 조직 경영진 및 실무자 의견 청취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Pain Point 제공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및 핵심 기대효과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(KPI) 가설 수립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Agent 과제 후보 선정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(AI Agent 적용 가능성 초기 검토)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D9D9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재설계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As-Is 프로세스 분석 및 병목 진단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흐름 설명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To-Be Workflow 설계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(사람·Agent·시스템 역할 분담)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레거시 시스템 연계 및 제약 사항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D9D9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· 과제화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To-Be 설계 기술 타당성 검증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(Agent 구축 가능성)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데이터 제공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Agent 우선순위화 및 과제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 Owner 지정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ROI 산정, KPI 초안 및 Baseline 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D9D9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Agent 구축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Agent 아키텍처 설계 및 개발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시스템 연동 및 운영 환경 준비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 사용자 테스트 및 요구사항 적합성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테스트 수행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D9D9D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체계 수립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성공기준 및 KPI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KPI 목표 합의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모델 설계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(운영 조직/프로세스 정의)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이관 협의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0" marT="0" marB="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8C8C8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E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F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인수·정착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2026-10-01T04:44:58Z</dcterms:created>
  <dcterms:modified xsi:type="dcterms:W3CDTF">2026-10-01T04:44:58Z</dcterms:modified>
</cp:coreProperties>
</file>