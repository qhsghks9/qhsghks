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[현업 세부 역할]
P1 의견 청취: 인터뷰 참여, Pain Point 제공
P1 문제 정의·KPI 가설: 업무량·비용 데이터 제공, 가설 검토
P1 과제 후보 선정: 과제 후보 제안, 업무 니즈 우선순위 확인
P2 As-Is 분석: 실제 업무 흐름·예외 사례 설명
P2 To-Be 설계: 사람이 맡을 역할 정의, 현장 수용성 검토
P2 레거시 검토: 시스템 사용 현황 공유
P3 기술 타당성 검증: 업무 데이터·샘플 제공
P3 우선순위화·과제 확정: 과제 Owner 지정, 추진 의사결정
P3 ROI·KPI Baseline: 현재 실적 데이터 제공, Baseline 합의
P4 아키텍처 설계·개발: 중간 결과 피드백, 업무 질의 대응
P4 사용자 테스트: 테스트 직접 수행, 개선 요구사항 제기
P5 성공기준·KPI 확정: KPI 목표 합의·승인
P5 운영 모델 설계: 현업 운영 담당자 R&amp;R 정의, 프로세스 반영
P5 운영 이관 협의: 운영 인수, 현장 활용 정착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추진 역할 및 조직 (案)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11365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Agent 적용방안 기반에 AX컨설팅팀, AI혁신센터, IS팀, 현업 등 역할을 나누어 실행력 확보가 필요함</a:t>
            </a:r>
            <a:endParaRPr lang="en-US" sz="16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91640"/>
          <a:ext cx="113659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645152"/>
                <a:gridCol w="1325880"/>
                <a:gridCol w="1325880"/>
                <a:gridCol w="1325880"/>
                <a:gridCol w="1325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세부 활동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AX컨설팅팀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AI혁신센터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IS팀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현업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</a:tr>
              <a:tr h="301752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D9D9D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정의 · 발굴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유관 조직 경영진 및 실무자 의견 청취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정의 및 핵심 기대효과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(KPI) 가설 수립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Agent 과제 후보 선정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(AI Agent 적용 가능성 초기 검토)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</a:tr>
              <a:tr h="301752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D9D9D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재설계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As-Is 프로세스 분석 및 병목 진단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To-Be Workflow 설계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(사람·Agent·시스템 역할 분담)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레거시 시스템 연계 및 제약 사항 검토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</a:tr>
              <a:tr h="301752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D9D9D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· 과제화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To-Be 설계 기술 타당성 검증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(Agent 구축 가능성)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Agent 우선순위화 및 과제 확정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ROI 산정, KPI 초안 및 Baseline 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</a:tr>
              <a:tr h="301752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D9D9D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Agent 구축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Agent 아키텍처 설계 및 개발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시스템 연동 및 운영 환경 준비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현업 사용자 테스트 및 요구사항 적합성 검토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</a:tr>
              <a:tr h="301752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D9D9D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체계 수립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성공기준 및 KPI 확정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모델 설계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(운영 조직/프로세스 정의)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이관 협의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E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2026-10-01T04:25:34Z</dcterms:created>
  <dcterms:modified xsi:type="dcterms:W3CDTF">2026-10-01T04:25:34Z</dcterms:modified>
</cp:coreProperties>
</file>