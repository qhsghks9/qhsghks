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별첨. 주요 Task _ ⑥⑦ 프로토타입 구현 및 실행 로드맵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6400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우선 과제를 n8n·바이브 코딩으로 프로토타입 구현해 현업과 함께 검증하고, 과제별 실행 로드맵을 수립하여 본 사업 추진의 기반을 마련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44168"/>
            <a:ext cx="114757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417320"/>
            <a:ext cx="5623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수행내역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755648"/>
            <a:ext cx="562356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175564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457200" y="1847088"/>
            <a:ext cx="2423160" cy="292608"/>
          </a:xfrm>
          <a:prstGeom prst="homePlate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발굴 (W1~W2)</a:t>
            </a:r>
          </a:p>
        </p:txBody>
      </p:sp>
      <p:sp>
        <p:nvSpPr>
          <p:cNvPr id="10" name="Chevron 9"/>
          <p:cNvSpPr/>
          <p:nvPr/>
        </p:nvSpPr>
        <p:spPr>
          <a:xfrm>
            <a:off x="2852928" y="1847088"/>
            <a:ext cx="3044952" cy="292608"/>
          </a:xfrm>
          <a:prstGeom prst="chevron">
            <a:avLst>
              <a:gd name="adj" fmla="val 3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구체화·프로토타입 (W3~W4)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트렌드·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AI 진단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VC 분석·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인터뷰</a:t>
            </a:r>
          </a:p>
        </p:txBody>
      </p:sp>
      <p:sp>
        <p:nvSpPr>
          <p:cNvPr id="14" name="Oval 13"/>
          <p:cNvSpPr/>
          <p:nvPr/>
        </p:nvSpPr>
        <p:spPr>
          <a:xfrm>
            <a:off x="150876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AI 과제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발굴</a:t>
            </a:r>
          </a:p>
        </p:txBody>
      </p:sp>
      <p:sp>
        <p:nvSpPr>
          <p:cNvPr id="16" name="Oval 15"/>
          <p:cNvSpPr/>
          <p:nvPr/>
        </p:nvSpPr>
        <p:spPr>
          <a:xfrm>
            <a:off x="2276856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9776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우선순위화</a:t>
            </a:r>
          </a:p>
        </p:txBody>
      </p:sp>
      <p:sp>
        <p:nvSpPr>
          <p:cNvPr id="18" name="Oval 17"/>
          <p:cNvSpPr/>
          <p:nvPr/>
        </p:nvSpPr>
        <p:spPr>
          <a:xfrm>
            <a:off x="3044952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7872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20" name="Oval 19"/>
          <p:cNvSpPr/>
          <p:nvPr/>
        </p:nvSpPr>
        <p:spPr>
          <a:xfrm>
            <a:off x="3813048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4581144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로드맵</a:t>
            </a:r>
          </a:p>
        </p:txBody>
      </p:sp>
      <p:sp>
        <p:nvSpPr>
          <p:cNvPr id="24" name="Oval 23"/>
          <p:cNvSpPr/>
          <p:nvPr/>
        </p:nvSpPr>
        <p:spPr>
          <a:xfrm>
            <a:off x="5349240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8" y="3017520"/>
            <a:ext cx="18562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▲ 현재 Task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3401568"/>
          <a:ext cx="5623560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 수행 내용 및 고려사항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프로토타입 구현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n8n 기반 Agent 워크플로우 2개 구현 (LLM·업무 데이터 샘플 연동)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샘플·마스킹 데이터 기반으로 구현, 운영 시스템과 비연동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프로토타입 구현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바이브 코딩(Claude Code·Cursor 등)으로 고객 서비스 화면 1~2개 구현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사용자 시나리오 중심의 클릭 가능한 화면으로 구성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현업 시연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및 검증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현업 대상 시연, 피드백 수렴 및 개선 반영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기대효과·실현 가능성 재검증 및 시연 영상 제작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로드맵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수립·최종 보고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단기(Quick-win)~중장기 과제 실행 로드맵 및 투자 규모 수립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과제 정의서·최종 보고 및 F/U 방향 협의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263640" y="1417320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63640" y="1755648"/>
            <a:ext cx="557784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263640" y="184708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k_t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38528"/>
            <a:ext cx="4206240" cy="1828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41280" y="190195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6732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워크플로우 및 서비스 화면 프로토타입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22452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k_t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315968"/>
            <a:ext cx="4206240" cy="1828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41280" y="427939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614476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과제 실행 로드맵 및 최종 보고서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26480" y="1417320"/>
            <a:ext cx="0" cy="5120640"/>
          </a:xfrm>
          <a:prstGeom prst="line">
            <a:avLst/>
          </a:prstGeom>
          <a:ln w="952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