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③ AI 과제 발굴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핵심 업무 영역을 대상으로 '업무 재설계(Agent 도입)'와 '가치 창출(신규 서비스)' 두 관점의 현업 워크샵을 수행하여, 실행력 있는 AI 과제 Long-list를 도출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423160" cy="292608"/>
          </a:xfrm>
          <a:prstGeom prst="homePlate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발굴 (W1~W2)</a:t>
            </a:r>
          </a:p>
        </p:txBody>
      </p:sp>
      <p:sp>
        <p:nvSpPr>
          <p:cNvPr id="10" name="Chevron 9"/>
          <p:cNvSpPr/>
          <p:nvPr/>
        </p:nvSpPr>
        <p:spPr>
          <a:xfrm>
            <a:off x="2852928" y="1847088"/>
            <a:ext cx="3044952" cy="292608"/>
          </a:xfrm>
          <a:prstGeom prst="chevron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구체화·프로토타입 (W3~W4)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트렌드·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AI 진단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VC 분석·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인터뷰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발굴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우선순위화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로드맵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017520"/>
            <a:ext cx="10881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워크샵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준비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업무 영역별 참여 현업(실무 리더·담당자) 선정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트렌드·선도 사례 자료 및 과제 발굴 Canvas 준비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관점별 현업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워크샵 (2회)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업무 재설계: 반복·판단 업무의 Agent 수행 가능성 탐색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가치 창출: 고객 여정별 AI 신규 서비스 아이디어 도출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과제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Long-list 도출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Agent·신규 서비스 과제 후보 20~30개 도출 및 유사 과제 통합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과제별 기대효과(KPI)·필요 데이터·시스템 가설 정리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정의서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(초안)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개요·대상 업무·To-Be 방향 초안 작성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 보고를 통해 과제 후보 공유 및 의견 수렴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k_t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관점별 AI 과제 발굴 Canvas (워크샵 결과)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k_t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과제 Long-list 및 과제 정의서(초안)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