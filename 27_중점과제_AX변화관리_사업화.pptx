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[사업화 버전] 배경: 1회성 교육·Agent 단독 구현의 한계 → 업무 재설계·현장 변화관리 필요, 주요 그룹 사례. 방향: ① 그룹 공통 교육·인증(인재개발원 협업) ② 현장 AI 정착(FDE 연계), ②의 사례·Agent를 ①에 환류.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④ AX 변화관리를 통한 그룹사 AX 사업화</a:t>
            </a:r>
            <a:endParaRPr lang="en-US" sz="2600" dirty="0"/>
          </a:p>
        </p:txBody>
      </p:sp>
      <p:sp>
        <p:nvSpPr>
          <p:cNvPr id="3" name="거버닝 메시지"/>
          <p:cNvSpPr txBox="1"/>
          <p:nvPr/>
        </p:nvSpPr>
        <p:spPr>
          <a:xfrm>
            <a:off x="365760" y="987552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인재개발원과 그룹 공통 AX 교육 체계를 마련하고, 현장 AI 니즈 과제화로 신규 사업 발굴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57276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추진 배경</a:t>
            </a:r>
            <a:endParaRPr lang="en-US" sz="1500" dirty="0"/>
          </a:p>
        </p:txBody>
      </p:sp>
      <p:sp>
        <p:nvSpPr>
          <p:cNvPr id="5" name="구역선"/>
          <p:cNvSpPr/>
          <p:nvPr/>
        </p:nvSpPr>
        <p:spPr>
          <a:xfrm>
            <a:off x="365760" y="1920240"/>
            <a:ext cx="557784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6" name="실행 방안 패널"/>
          <p:cNvSpPr/>
          <p:nvPr/>
        </p:nvSpPr>
        <p:spPr>
          <a:xfrm>
            <a:off x="6172200" y="1956816"/>
            <a:ext cx="5650992" cy="44622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7" name="실행 방안 헤더"/>
          <p:cNvSpPr txBox="1"/>
          <p:nvPr/>
        </p:nvSpPr>
        <p:spPr>
          <a:xfrm>
            <a:off x="6172200" y="1572768"/>
            <a:ext cx="5650992" cy="384048"/>
          </a:xfrm>
          <a:prstGeom prst="round2SameRect">
            <a:avLst>
              <a:gd name="adj" fmla="val 19048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AX 변화관리 방안</a:t>
            </a:r>
            <a:endParaRPr lang="en-US" sz="1500" dirty="0"/>
          </a:p>
        </p:txBody>
      </p:sp>
      <p:sp>
        <p:nvSpPr>
          <p:cNvPr id="8" name="머리표"/>
          <p:cNvSpPr/>
          <p:nvPr/>
        </p:nvSpPr>
        <p:spPr>
          <a:xfrm>
            <a:off x="384048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0482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AI Agent 개발 교육 → Biz 성과 중심 AX 교육 체계로 전환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3957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리터러시는 확산됐으나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중심 업무 재설계·성과 창출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로 미연결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7004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업무 방식은 그대로 둔 채 Agent만 구현 → 활용도 저하 → 성과 미흡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6265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성과 창출을 위해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활용 역량 확보와 현장 변화관리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를 함께 추진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36976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주요 그룹은 지속적인 AI 역량 교육 프로그램을 운영</a:t>
            </a:r>
            <a:endParaRPr lang="en-US" sz="1050" dirty="0"/>
          </a:p>
        </p:txBody>
      </p:sp>
      <p:graphicFrame>
        <p:nvGraphicFramePr>
          <p:cNvPr id="2" name="그룹 사례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511296"/>
          <a:ext cx="4892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160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교육 정부 인증, 그룹 AI 역량 모델 기반 인증 제도화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 전 임직원 교육, AI Crew 통한 현장 변화관리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임원 AI 교육, 사별 AI 교육·제도 운영, 사내 AI대학원 개원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11480" y="4617720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번호 1"/>
          <p:cNvSpPr/>
          <p:nvPr/>
        </p:nvSpPr>
        <p:spPr>
          <a:xfrm>
            <a:off x="484632" y="4663440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" y="46634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617720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그룹 공통 AI 교육</a:t>
            </a:r>
            <a:endParaRPr lang="en-US" sz="1150" dirty="0"/>
          </a:p>
        </p:txBody>
      </p:sp>
      <p:sp>
        <p:nvSpPr>
          <p:cNvPr id="19" name="박스 1"/>
          <p:cNvSpPr txBox="1"/>
          <p:nvPr/>
        </p:nvSpPr>
        <p:spPr>
          <a:xfrm>
            <a:off x="411480" y="491032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인재개발원과 협업하여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직무·계층별 교육·인증 제도 개발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264408" y="4617720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번호 2"/>
          <p:cNvSpPr/>
          <p:nvPr/>
        </p:nvSpPr>
        <p:spPr>
          <a:xfrm>
            <a:off x="3337560" y="4663440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337560" y="46634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3593592" y="4617720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현장 AI 니즈 과제화</a:t>
            </a:r>
            <a:endParaRPr lang="en-US" sz="1150" dirty="0"/>
          </a:p>
        </p:txBody>
      </p:sp>
      <p:sp>
        <p:nvSpPr>
          <p:cNvPr id="24" name="박스 2"/>
          <p:cNvSpPr txBox="1"/>
          <p:nvPr/>
        </p:nvSpPr>
        <p:spPr>
          <a:xfrm>
            <a:off x="3264408" y="491032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현장 맞춤 워크숍으로 AI 니즈 수집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→ FDE 방식으로 과제 선제안</a:t>
            </a:r>
            <a:endParaRPr lang="en-US" sz="1050" dirty="0"/>
          </a:p>
        </p:txBody>
      </p:sp>
      <p:sp>
        <p:nvSpPr>
          <p:cNvPr id="25" name="환류선"/>
          <p:cNvSpPr/>
          <p:nvPr/>
        </p:nvSpPr>
        <p:spPr>
          <a:xfrm>
            <a:off x="4599432" y="5477256"/>
            <a:ext cx="0" cy="283464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6" name="환류선"/>
          <p:cNvSpPr/>
          <p:nvPr/>
        </p:nvSpPr>
        <p:spPr>
          <a:xfrm>
            <a:off x="1746504" y="5760720"/>
            <a:ext cx="2852928" cy="0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7" name="환류선"/>
          <p:cNvSpPr/>
          <p:nvPr/>
        </p:nvSpPr>
        <p:spPr>
          <a:xfrm>
            <a:off x="1746504" y="5477256"/>
            <a:ext cx="0" cy="283464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  <a:headEnd type="triangle"/>
          </a:ln>
        </p:spPr>
      </p:sp>
      <p:sp>
        <p:nvSpPr>
          <p:cNvPr id="28" name="환류 라벨"/>
          <p:cNvSpPr txBox="1"/>
          <p:nvPr/>
        </p:nvSpPr>
        <p:spPr>
          <a:xfrm>
            <a:off x="2020824" y="5751576"/>
            <a:ext cx="2304288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FA8"/>
                </a:solidFill>
              </a:rPr>
              <a:t>현장 사례 · Agent를 교육 콘텐츠에 반영</a:t>
            </a:r>
            <a:endParaRPr lang="en-US" sz="950" dirty="0"/>
          </a:p>
        </p:txBody>
      </p:sp>
      <p:sp>
        <p:nvSpPr>
          <p:cNvPr id="29" name="머리표"/>
          <p:cNvSpPr/>
          <p:nvPr/>
        </p:nvSpPr>
        <p:spPr>
          <a:xfrm>
            <a:off x="6300216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56248" y="2048256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그룹 공통 AI 교육 (가칭 Lotte AX Academy)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237744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인재개발원 주관,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AX컨설팅팀 맞춤 콘텐츠·실습 시나리오 제공</a:t>
            </a:r>
            <a:endParaRPr lang="en-US" sz="1100" dirty="0"/>
          </a:p>
        </p:txBody>
      </p:sp>
      <p:graphicFrame>
        <p:nvGraphicFramePr>
          <p:cNvPr id="3" name="공통 프로그램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2688336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프로그램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계층별 기대되는 '변화 역할' 기반 AI 교육 운영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직무별 현장 시나리오 기반 실습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역량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인증 제도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4단계 (이해 → 적용 → 구현 → 내재화 및 확산)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AX 성장 경로별 인증 관리 (HR 연계는 단계적 검토)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머리표"/>
          <p:cNvSpPr/>
          <p:nvPr/>
        </p:nvSpPr>
        <p:spPr>
          <a:xfrm>
            <a:off x="6300216" y="4270248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6556248" y="4206240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현장 AI 니즈 과제화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6464808" y="4535424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현업 AI 니즈 과제화를 통한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그룹사 선제안·사업화 연계</a:t>
            </a:r>
            <a:endParaRPr lang="en-US" sz="1100" dirty="0"/>
          </a:p>
        </p:txBody>
      </p:sp>
      <p:graphicFrame>
        <p:nvGraphicFramePr>
          <p:cNvPr id="4" name="현장 정착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4846320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사항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현장 맞춤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워크숍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 참여·實데이터 기반 AI 과제 발굴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F7F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(사례) 백화점 이커머스 ('26.10) : 실무자 AI 실습·과제 도출 워크숍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워크숍 도출 과제 선별 →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3F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 선제안 → 구축사업 연계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2026-10-29T07:35:44Z</dcterms:created>
  <dcterms:modified xsi:type="dcterms:W3CDTF">2026-10-29T07:35:44Z</dcterms:modified>
</cp:coreProperties>
</file>