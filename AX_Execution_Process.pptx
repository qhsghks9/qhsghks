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수행 방안" id="{08077e64-d7cc-8208-5f15-b6ba4a81af6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4단계(문제 정의·발굴 → 업무 재설계 및 과제 확정 → 구축 및 검증 → 운영 및 확산)별로 AX 컨설팅과 담당부서·엔지니어의 역할, 상호 협업(▼ 전달 / ▲ 피드백), 산출물을 정의. 1단계 엔지니어 박스(점선)는 초기 검토 지원 역할. 4단계 '자산화 및 재사용'이 다음 과제 1단계로 순환되어 실행 속도를 가속.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그룹 현장에 밀착하여 현장 문제 정의와 업무 재설계부터 구현, 운영, 자산화까지 Agile한 방식으로 재사용 가능한 자산을 지속 축적하여 다음 과제의 실행 속도 가속화 지원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1591056"/>
            <a:ext cx="731520" cy="18288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91056"/>
            <a:ext cx="73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493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3858768"/>
            <a:ext cx="731520" cy="1828800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3858768"/>
            <a:ext cx="73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담당부서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5852160"/>
            <a:ext cx="731520" cy="40233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58521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0" name="phase-1"/>
          <p:cNvSpPr/>
          <p:nvPr/>
        </p:nvSpPr>
        <p:spPr>
          <a:xfrm>
            <a:off x="1207008" y="1097280"/>
            <a:ext cx="2475738" cy="46634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1188720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98448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09344" y="1152144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· 발굴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10178" y="1307592"/>
            <a:ext cx="182880" cy="914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98448" y="1591056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44168" y="1591056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분석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경영진·실무자 의견 청취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98448" y="2221992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44168" y="2221992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및 기대효과 가설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문제 정의, KPI 가설 수립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98448" y="2852928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44168" y="285292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후보 선정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후보 리스트 도출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98448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98448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후보 공유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81453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81453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가능성 의견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298448" y="3858768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1344168" y="385876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구현 가능성 초기 검토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관점 의견 제시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07008" y="5852160"/>
            <a:ext cx="2475738" cy="402336"/>
          </a:xfrm>
          <a:prstGeom prst="roundRect">
            <a:avLst>
              <a:gd name="adj" fmla="val 11364"/>
            </a:avLst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52728" y="5852160"/>
            <a:ext cx="238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문제정의서, 데이터 진단서</a:t>
            </a:r>
            <a:endParaRPr lang="en-US" sz="1050" dirty="0"/>
          </a:p>
        </p:txBody>
      </p:sp>
      <p:sp>
        <p:nvSpPr>
          <p:cNvPr id="29" name="phase-2"/>
          <p:cNvSpPr/>
          <p:nvPr/>
        </p:nvSpPr>
        <p:spPr>
          <a:xfrm>
            <a:off x="3920490" y="1097280"/>
            <a:ext cx="2475738" cy="46634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11930" y="1188720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11930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322826" y="1152144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재설계 및 과제 확정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23660" y="1307592"/>
            <a:ext cx="182880" cy="914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11930" y="1591056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57650" y="1591056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프로세스 분석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업무흐름 매핑·병목 진단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11930" y="2221992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57650" y="2221992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Workflow 재설계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사람/Agent/시스템 역할 정의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11930" y="2852928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057650" y="285292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확정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평가, ROI·KPI Baseline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11930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11930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설계 전달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94935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94935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검증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11930" y="3858768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57650" y="385876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기술 타당성 검증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데이터/모델 검토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011930" y="4489704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57650" y="4489704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과제화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정의 및 개발 공수 산정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11930" y="5120640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57650" y="5120640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보안가이드 점검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반출·로그 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20490" y="5852160"/>
            <a:ext cx="2475738" cy="402336"/>
          </a:xfrm>
          <a:prstGeom prst="roundRect">
            <a:avLst>
              <a:gd name="adj" fmla="val 11364"/>
            </a:avLst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66210" y="5852160"/>
            <a:ext cx="238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설계안, 과제정의서</a:t>
            </a:r>
            <a:endParaRPr lang="en-US" sz="1050" dirty="0"/>
          </a:p>
        </p:txBody>
      </p:sp>
      <p:sp>
        <p:nvSpPr>
          <p:cNvPr id="52" name="phase-3"/>
          <p:cNvSpPr/>
          <p:nvPr/>
        </p:nvSpPr>
        <p:spPr>
          <a:xfrm>
            <a:off x="6633972" y="1097280"/>
            <a:ext cx="2475738" cy="46634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5412" y="1188720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725412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036308" y="1152144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및 검증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9137142" y="1307592"/>
            <a:ext cx="182880" cy="914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725412" y="1591056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71132" y="1591056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성공기준 및 KPI 확정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측정지표 및 목표치 합의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725412" y="2221992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71132" y="2221992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모델 및 R&amp;R 설계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운영/조직/프로세스 오너 정의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25412" y="2852928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771132" y="285292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적합성 검토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결과 요구사항 적합성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725412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725412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KPI·운영요건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908417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908417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결과물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725412" y="3858768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771132" y="385876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설계 · 개발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구축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725412" y="4489704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771132" y="4489704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/ 데이터 파이프라인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Ready Data, Connector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725412" y="5120640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771132" y="5120640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및 품질 검증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성능·보안·안정성 검토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33972" y="5852160"/>
            <a:ext cx="2475738" cy="402336"/>
          </a:xfrm>
          <a:prstGeom prst="roundRect">
            <a:avLst>
              <a:gd name="adj" fmla="val 11364"/>
            </a:avLst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679692" y="5852160"/>
            <a:ext cx="238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MVP, KPI 정의서, 운영 설계서</a:t>
            </a:r>
            <a:endParaRPr lang="en-US" sz="1050" dirty="0"/>
          </a:p>
        </p:txBody>
      </p:sp>
      <p:sp>
        <p:nvSpPr>
          <p:cNvPr id="75" name="phase-4"/>
          <p:cNvSpPr/>
          <p:nvPr/>
        </p:nvSpPr>
        <p:spPr>
          <a:xfrm>
            <a:off x="9347454" y="1097280"/>
            <a:ext cx="2475738" cy="46634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38894" y="1188720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438894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9749790" y="1152144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및 확산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9438894" y="1591056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484614" y="1591056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실측 (Value Tracking)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실측 및 ROI 검증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438894" y="2221992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484614" y="2221992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변화관리 지원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로드맵·현업 공감대 확보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438894" y="2852928"/>
            <a:ext cx="229285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484614" y="285292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과제 발굴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계열사 및 유사 업무 확장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438894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438894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데이터 공유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21899" y="3493008"/>
            <a:ext cx="110985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621899" y="3493008"/>
            <a:ext cx="1109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</a:t>
            </a:r>
            <a:pPr algn="ctr" indent="0" marL="0">
              <a:buNone/>
            </a:pPr>
            <a:r>
              <a:rPr lang="en-US" sz="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개선 반영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438894" y="3858768"/>
            <a:ext cx="2292858" cy="566928"/>
          </a:xfrm>
          <a:prstGeom prst="rect">
            <a:avLst/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484614" y="3858768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이관 및 안정화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모니터링·개선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9438894" y="4489704"/>
            <a:ext cx="229285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484614" y="4489704"/>
            <a:ext cx="220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자산화 및 재사용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코드·Agent·플레이북 축적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9347454" y="5852160"/>
            <a:ext cx="2475738" cy="402336"/>
          </a:xfrm>
          <a:prstGeom prst="roundRect">
            <a:avLst>
              <a:gd name="adj" fmla="val 11364"/>
            </a:avLst>
          </a:prstGeom>
          <a:solidFill>
            <a:srgbClr val="DAE3F3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393174" y="5852160"/>
            <a:ext cx="238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운영이관서, 성과리포트,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가이드라인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10585323" y="6272784"/>
            <a:ext cx="914" cy="164592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2444877" y="6437376"/>
            <a:ext cx="8140446" cy="914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2444877" y="6272784"/>
            <a:ext cx="914" cy="164592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8" name="asset-loop"/>
          <p:cNvSpPr txBox="1"/>
          <p:nvPr/>
        </p:nvSpPr>
        <p:spPr>
          <a:xfrm>
            <a:off x="4686300" y="6318504"/>
            <a:ext cx="3657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자산 축적 → 다음 과제 실행 속도 가속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과제 수행 프로세스</dc:title>
  <dc:subject>PptxGenJS Presentation</dc:subject>
  <dc:creator>PptxGenJS</dc:creator>
  <cp:lastModifiedBy>PptxGenJS</cp:lastModifiedBy>
  <cp:revision>1</cp:revision>
  <dcterms:created xsi:type="dcterms:W3CDTF">2026-10-19T05:33:14Z</dcterms:created>
  <dcterms:modified xsi:type="dcterms:W3CDTF">2026-10-19T05:33:14Z</dcterms:modified>
</cp:coreProperties>
</file>